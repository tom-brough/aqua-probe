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45"/>
    <p:restoredTop sz="94703"/>
  </p:normalViewPr>
  <p:slideViewPr>
    <p:cSldViewPr snapToGrid="0" showGuides="1">
      <p:cViewPr varScale="1">
        <p:scale>
          <a:sx n="68" d="100"/>
          <a:sy n="68" d="100"/>
        </p:scale>
        <p:origin x="240" y="4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915DF-0FEE-5500-58F9-545D9DFB93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FDBCC3-663F-2B3B-CB83-BF3F9F4E15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D44F99-83ED-F52F-FFA9-E85778C72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681C4-0806-EA4C-B5C6-2A1EC8F510CB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DFBE20-95BD-0E7A-365B-14600E303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19D665-082B-2A40-93F8-9591EDA45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87175-66A3-204C-A1B9-88224F2E1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559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EFB03-0F9B-FAB1-5603-907F55CCA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C8A2D-28F4-4664-22BE-12C0E50FA4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F0E20-B419-8E3F-C6AB-521DFDAA5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681C4-0806-EA4C-B5C6-2A1EC8F510CB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625BCD-E088-72CD-E497-53509136E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657DD-B6CB-15A6-D94E-84A93B0B6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87175-66A3-204C-A1B9-88224F2E1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077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EE113-99AA-5D98-32A8-DB1E4357B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DE3BDB-E575-9DF4-2052-DD1E54670D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82124A-A00D-FDC7-F0D4-D8200E1FF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681C4-0806-EA4C-B5C6-2A1EC8F510CB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7964B0-7842-3379-D5B2-E9F242A1F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7DB2A8-73E2-7D3A-913C-F58124974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87175-66A3-204C-A1B9-88224F2E1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060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24498-D801-1B70-40C0-EEF60B515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EE9F8E-E3CD-2E1D-C02A-02BD42AB70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3219D2-3401-9ECB-9B76-07EC90B225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A825EB-287C-0213-7097-61143C27E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681C4-0806-EA4C-B5C6-2A1EC8F510CB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34DD7E-426E-B65C-DB0F-2D322C17B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A35909-AA9C-DD26-6AAD-1787B79A3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87175-66A3-204C-A1B9-88224F2E1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980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660FD-BF37-94D6-0B20-7E961A4A0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34A1BE-AC63-4634-98AB-F962ABD831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87BFE5-8B24-EB2A-4B02-57B0430EDD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41053-043A-FDCB-44B5-157BE5C782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859BA3-8C44-E32E-D9F4-0480241845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D63E4E-411C-F564-3082-AEDEC1EA3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681C4-0806-EA4C-B5C6-2A1EC8F510CB}" type="datetimeFigureOut">
              <a:rPr lang="en-US" smtClean="0"/>
              <a:t>3/16/26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CA8110-D863-E497-DC82-59052FF75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FAAEFA-0435-D9BA-C610-A0B7783B5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87175-66A3-204C-A1B9-88224F2E1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491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FC96D-947F-2C09-A467-CA8D10C5D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C6A89F-1218-1D46-0EA2-7F9A86658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681C4-0806-EA4C-B5C6-2A1EC8F510CB}" type="datetimeFigureOut">
              <a:rPr lang="en-US" smtClean="0"/>
              <a:t>3/16/26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45E75C-68CA-8BD4-84D3-BDD01F15D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8BB540-5152-2E79-BFF2-EE4385455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87175-66A3-204C-A1B9-88224F2E1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138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0C2A3E-4508-B464-E10E-1FC847EFF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681C4-0806-EA4C-B5C6-2A1EC8F510CB}" type="datetimeFigureOut">
              <a:rPr lang="en-US" smtClean="0"/>
              <a:t>3/16/26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C98ABC-54AE-7EF2-5168-0C958271F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B7B1C7-43E2-0CFC-947C-FC33D50CB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87175-66A3-204C-A1B9-88224F2E1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278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382D6-AE24-028C-5134-36983C321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E0D66-DE54-7334-9B7B-5DE60E4EF8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B61C19-6915-67F7-B1B0-C2D450AAC5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BE6083-8258-E11E-1856-B9BBE79CB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681C4-0806-EA4C-B5C6-2A1EC8F510CB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3107D4-63C2-7258-C51F-27B3E6D54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7BCCF5-DFF0-D14A-4B5A-B5332805C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87175-66A3-204C-A1B9-88224F2E1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277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D0884-B040-050E-23D6-386F8142E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BF87B6-33E1-2E46-5E86-9FCB8D109F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EE47DE-E2FE-D2C2-FDF5-A22344606F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F411E9-E092-21B5-9EBD-886A85221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681C4-0806-EA4C-B5C6-2A1EC8F510CB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DF1406-7AD9-6CA0-2147-13B122421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ECBA2F-36F8-6369-FC6B-9786FB9F6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87175-66A3-204C-A1B9-88224F2E1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679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E0C9F-AC10-4063-F665-0E3BCD5D9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6FB1E5-BDF0-E739-9ED9-F12CD1A010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4DAC66-A458-6FAF-CAF4-786B67799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681C4-0806-EA4C-B5C6-2A1EC8F510CB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B7B70-32D4-D836-2948-697D18AFD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8C91A2-40B2-4FF5-35C5-F16DC4B9A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87175-66A3-204C-A1B9-88224F2E1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393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A5EFFA-6EF5-43BE-0158-A84D60952A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FC3AC0-D0D5-917C-5986-BB86F6882E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DA4197-F659-A0BB-7FAF-13AC43508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681C4-0806-EA4C-B5C6-2A1EC8F510CB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BE5FC-DCBF-E9BC-DD50-1E631ACC6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A8597-C04C-4CD6-C7AF-50DB200A2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87175-66A3-204C-A1B9-88224F2E1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843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BC95E2-3434-A9EB-0951-3FDC2F29B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7C1392-9B0F-3C1F-ADE2-2EAF36A0D4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6BCCB-77BC-6874-E960-8D8E1B7415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B681C4-0806-EA4C-B5C6-2A1EC8F510CB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1EC97-729C-D86B-33FA-25CC1C4058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E19250-921E-0923-719D-2C5BF3ABE5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687175-66A3-204C-A1B9-88224F2E1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990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B9ED6-F6A3-057D-876C-0E0F48E4D3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Testing mor </a:t>
            </a:r>
            <a:r>
              <a:rPr lang="en-US" dirty="0" err="1"/>
              <a:t>mr</a:t>
            </a:r>
            <a:r>
              <a:rPr lang="en-US" dirty="0"/>
              <a:t> </a:t>
            </a:r>
            <a:r>
              <a:rPr lang="en-US" dirty="0" err="1"/>
              <a:t>giot</a:t>
            </a:r>
            <a:r>
              <a:rPr lang="en-US"/>
              <a:t> hub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3BAD31-E325-879E-80C6-92A171E645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0726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Testing mor mr giot hub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Brough</dc:creator>
  <cp:lastModifiedBy>Thomas Brough</cp:lastModifiedBy>
  <cp:revision>1</cp:revision>
  <dcterms:created xsi:type="dcterms:W3CDTF">2026-03-16T19:33:52Z</dcterms:created>
  <dcterms:modified xsi:type="dcterms:W3CDTF">2026-03-16T19:34:11Z</dcterms:modified>
</cp:coreProperties>
</file>